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</p:embeddedFont>
    <p:embeddedFont>
      <p:font typeface="Nunito Semi Bold" panose="020B0604020202020204" charset="0"/>
      <p:regular r:id="rId18"/>
    </p:embeddedFont>
    <p:embeddedFont>
      <p:font typeface="PT Sans" panose="020F05020202040302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98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7433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Number Puzzle Game with Scoreboard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041338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beginner-friendly C console game featuring random number guessing, attempt tracking, and persistent file-based scoreboard — built with clean modular design.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482471"/>
            <a:ext cx="1726168" cy="449818"/>
          </a:xfrm>
          <a:prstGeom prst="roundRect">
            <a:avLst>
              <a:gd name="adj" fmla="val 63861"/>
            </a:avLst>
          </a:prstGeom>
          <a:solidFill>
            <a:srgbClr val="CFD6FC"/>
          </a:solidFill>
          <a:ln/>
        </p:spPr>
      </p:sp>
      <p:sp>
        <p:nvSpPr>
          <p:cNvPr id="6" name="Text 3"/>
          <p:cNvSpPr/>
          <p:nvPr/>
        </p:nvSpPr>
        <p:spPr>
          <a:xfrm>
            <a:off x="981313" y="5554266"/>
            <a:ext cx="143898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 PROGRAMMING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83550" y="5459611"/>
            <a:ext cx="994767" cy="495538"/>
          </a:xfrm>
          <a:prstGeom prst="roundRect">
            <a:avLst>
              <a:gd name="adj" fmla="val 57969"/>
            </a:avLst>
          </a:prstGeom>
          <a:noFill/>
          <a:ln w="22860">
            <a:solidFill>
              <a:srgbClr val="2D4D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49999" y="5554266"/>
            <a:ext cx="66186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FILE I/O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797975" y="5459611"/>
            <a:ext cx="1665684" cy="495538"/>
          </a:xfrm>
          <a:prstGeom prst="roundRect">
            <a:avLst>
              <a:gd name="adj" fmla="val 57969"/>
            </a:avLst>
          </a:prstGeom>
          <a:noFill/>
          <a:ln w="22860">
            <a:solidFill>
              <a:srgbClr val="2D4D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64424" y="5554266"/>
            <a:ext cx="133278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CONSOLE GAME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324" y="591741"/>
            <a:ext cx="4664393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Requirements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878324" y="1605677"/>
            <a:ext cx="4191357" cy="3446383"/>
          </a:xfrm>
          <a:prstGeom prst="roundRect">
            <a:avLst>
              <a:gd name="adj" fmla="val 3184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5464" y="1605677"/>
            <a:ext cx="91440" cy="3446383"/>
          </a:xfrm>
          <a:prstGeom prst="roundRect">
            <a:avLst>
              <a:gd name="adj" fmla="val 325192"/>
            </a:avLst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1167884" y="1826657"/>
            <a:ext cx="2647355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Functional Requirements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7884" y="2282190"/>
            <a:ext cx="3680817" cy="2548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 a random number between 1 and 100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Accept and validate player guesses in a loop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number of attempts per game session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Save player name and score to a file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 and display all saved scores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78324" y="5216128"/>
            <a:ext cx="4191357" cy="2236946"/>
          </a:xfrm>
          <a:prstGeom prst="roundRect">
            <a:avLst>
              <a:gd name="adj" fmla="val 4905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5464" y="5216128"/>
            <a:ext cx="91440" cy="2236946"/>
          </a:xfrm>
          <a:prstGeom prst="roundRect">
            <a:avLst>
              <a:gd name="adj" fmla="val 325192"/>
            </a:avLst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1167884" y="5437108"/>
            <a:ext cx="3186589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Non-Functional Requirements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7884" y="5892641"/>
            <a:ext cx="3680817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Simple text-based console interface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Persistent storage using </a:t>
            </a:r>
            <a:r>
              <a:rPr lang="en-US" sz="15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scores.txt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Error handling for file operations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Modular code with separate functions</a:t>
            </a:r>
            <a:endParaRPr lang="en-US" sz="1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933" y="2206466"/>
            <a:ext cx="8198644" cy="46458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2655" y="589598"/>
            <a:ext cx="4400312" cy="550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ALGORITHM: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55" y="1523047"/>
            <a:ext cx="5214580" cy="5133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2655" y="6820853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42655" y="7241977"/>
            <a:ext cx="584430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825" y="1523047"/>
            <a:ext cx="4830604" cy="3630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0825" y="5318046"/>
            <a:ext cx="220015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550825" y="5739170"/>
            <a:ext cx="584430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949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FLOW CHART: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061686"/>
            <a:ext cx="3928586" cy="3979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63103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6901577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3" y="2061686"/>
            <a:ext cx="3928586" cy="34688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57813" y="579977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57813" y="6391037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7901" y="2061686"/>
            <a:ext cx="3928586" cy="30737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7901" y="54046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877901" y="5995868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110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Program Modules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3387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program is organized into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core modules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each handling a distinct responsibility.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086100"/>
            <a:ext cx="4158734" cy="3892391"/>
          </a:xfrm>
          <a:prstGeom prst="roundRect">
            <a:avLst>
              <a:gd name="adj" fmla="val 922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9899" y="334827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2D4D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305" y="3545681"/>
            <a:ext cx="323136" cy="323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9899" y="43056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Module 1: main()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9899" y="4801195"/>
            <a:ext cx="3634383" cy="154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Displays the main menu in a loop. Routes user input to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playGame()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or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viewScoreboard()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using a switch statement.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235773" y="3086100"/>
            <a:ext cx="4158734" cy="3892391"/>
          </a:xfrm>
          <a:prstGeom prst="roundRect">
            <a:avLst>
              <a:gd name="adj" fmla="val 922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97949" y="334827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018CE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5355" y="3545681"/>
            <a:ext cx="323136" cy="3231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97949" y="4305657"/>
            <a:ext cx="284880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Module 2: playGame()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97949" y="4801195"/>
            <a:ext cx="363438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Handles the full game session — reads player name, generates random number, runs the guess loop, counts attempts, and writes score to file.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9633823" y="3086100"/>
            <a:ext cx="4158853" cy="3892391"/>
          </a:xfrm>
          <a:prstGeom prst="roundRect">
            <a:avLst>
              <a:gd name="adj" fmla="val 922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95999" y="334827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DA33B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3404" y="3545681"/>
            <a:ext cx="323136" cy="3231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95999" y="4305657"/>
            <a:ext cx="36131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Module 3: viewScoreboard()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95999" y="4801195"/>
            <a:ext cx="3634502" cy="1539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Opens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scores.txt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 read mode and prints all saved player names and attempt counts. Gracefully handles missing file.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212" y="568643"/>
            <a:ext cx="7696081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Algorithm Complexity &amp; Mathematics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21212" y="2564011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Worst-Case Analysis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21212" y="2996446"/>
            <a:ext cx="5961221" cy="82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the worst case (random guessing), the player may need up to </a:t>
            </a: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100 attempts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With an </a:t>
            </a: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optimal binary search strategy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the maximum attempts needed is: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1212" y="4010977"/>
            <a:ext cx="59612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2" y="4010977"/>
            <a:ext cx="5961221" cy="3115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212" y="4514850"/>
            <a:ext cx="5961221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is because each optimal guess eliminates half the remaining search space, following a logarithmic pattern.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1212" y="5214938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Average Case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21212" y="5647373"/>
            <a:ext cx="5961221" cy="82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 random guessing on a uniform distribution over [1, 100], the expected number of attempts is </a:t>
            </a: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With binary search, the average is approximately </a:t>
            </a: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~5.7 attempts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349" y="1528643"/>
            <a:ext cx="5961221" cy="5961221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349" y="1528643"/>
            <a:ext cx="5961221" cy="59612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1649" y="898446"/>
            <a:ext cx="5531882" cy="68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File I/O: Saving Scores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811649" y="1917383"/>
            <a:ext cx="752070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Scores are </a:t>
            </a:r>
            <a:r>
              <a:rPr lang="en-US" sz="18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appended</a:t>
            </a: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</a:t>
            </a:r>
            <a:r>
              <a:rPr lang="en-US" sz="18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scores.txt</a:t>
            </a: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after every game session using standard C file operations.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1649" y="2900601"/>
            <a:ext cx="46374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11649" y="3264098"/>
            <a:ext cx="3648075" cy="3048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7" name="Text 4"/>
          <p:cNvSpPr/>
          <p:nvPr/>
        </p:nvSpPr>
        <p:spPr>
          <a:xfrm>
            <a:off x="811649" y="3440906"/>
            <a:ext cx="3211116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Open File (Append Mode)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11649" y="3916561"/>
            <a:ext cx="3648075" cy="109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fopen("scores.txt", "a")</a:t>
            </a: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creates the file if it doesn't exist; appends if it does.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84276" y="2900601"/>
            <a:ext cx="46374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84276" y="3264098"/>
            <a:ext cx="3648075" cy="3048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1" name="Text 8"/>
          <p:cNvSpPr/>
          <p:nvPr/>
        </p:nvSpPr>
        <p:spPr>
          <a:xfrm>
            <a:off x="4684276" y="3440906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Write Record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684276" y="3916561"/>
            <a:ext cx="3648075" cy="109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fprintf(fp, "%s %d\n", name, attempts)</a:t>
            </a: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writes the player name and attempt count as one line.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1649" y="5410795"/>
            <a:ext cx="46374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11649" y="5774293"/>
            <a:ext cx="7520702" cy="3048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5" name="Text 12"/>
          <p:cNvSpPr/>
          <p:nvPr/>
        </p:nvSpPr>
        <p:spPr>
          <a:xfrm>
            <a:off x="811649" y="5951101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Close &amp; Error Check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11649" y="6426756"/>
            <a:ext cx="752070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fclose(fp)</a:t>
            </a: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flushes the buffer. If </a:t>
            </a:r>
            <a:r>
              <a:rPr lang="en-US" sz="18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fopen</a:t>
            </a: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returns </a:t>
            </a:r>
            <a:r>
              <a:rPr lang="en-US" sz="18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an error message is displayed.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52" y="716637"/>
            <a:ext cx="5880021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Reading the Scoreboard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52" y="2268260"/>
            <a:ext cx="8276868" cy="4690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9538" y="1931194"/>
            <a:ext cx="2879050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viewScoreboard() Logic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9538" y="2484001"/>
            <a:ext cx="4199930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function opens </a:t>
            </a:r>
            <a:r>
              <a:rPr lang="en-US" sz="17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scores.txt</a:t>
            </a: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 </a:t>
            </a: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 mode</a:t>
            </a: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uses a </a:t>
            </a:r>
            <a:r>
              <a:rPr lang="en-US" sz="17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loop with </a:t>
            </a:r>
            <a:r>
              <a:rPr lang="en-US" sz="17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fscanf</a:t>
            </a: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parse each line until </a:t>
            </a:r>
            <a:r>
              <a:rPr lang="en-US" sz="17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9538" y="3797618"/>
            <a:ext cx="4199930" cy="1653183"/>
          </a:xfrm>
          <a:prstGeom prst="roundRect">
            <a:avLst>
              <a:gd name="adj" fmla="val 20702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662" y="4142184"/>
            <a:ext cx="285155" cy="2281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80940" y="4072057"/>
            <a:ext cx="3230404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record in the file stores one player per line: </a:t>
            </a:r>
            <a:r>
              <a:rPr lang="en-US" sz="17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PlayerName  Attempts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639538" y="5695355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Error Handling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9639538" y="6248162"/>
            <a:ext cx="4199930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the file doesn't exist yet (</a:t>
            </a:r>
            <a:r>
              <a:rPr lang="en-US" sz="17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fp == NULL</a:t>
            </a: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), the function prints </a:t>
            </a:r>
            <a:r>
              <a:rPr lang="en-US" sz="17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"No scores available yet"</a:t>
            </a: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returns gracefully — no crash.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1335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C Concepts Used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2296120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31937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Random Numbers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689271"/>
            <a:ext cx="6327815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srand()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+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from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&lt;stdlib.h&gt;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&lt;time.h&gt;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non-repeating sequences each run.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2296120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4743" y="31937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do-while Loop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64743" y="3689271"/>
            <a:ext cx="63279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Guarantees at least one guess is made before checking the exit condition — ideal for input loops.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4941689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7724" y="58393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File I/O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7724" y="6334839"/>
            <a:ext cx="6327815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fopen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fscanf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fclose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persistent read/write operations on text files.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4941689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4743" y="58393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Modular Functions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64743" y="6334839"/>
            <a:ext cx="6327934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Separating logic into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playGame()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and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viewScoreboard()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improves readability and reuse.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07852"/>
            <a:ext cx="599717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Summary &amp; Next Steps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1970842"/>
            <a:ext cx="3614618" cy="3318034"/>
          </a:xfrm>
          <a:prstGeom prst="roundRect">
            <a:avLst>
              <a:gd name="adj" fmla="val 10822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6299" y="22330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You Built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6299" y="2728555"/>
            <a:ext cx="3090267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fully functional C console game with 3 modules, random number logic, attempt tracking, and persistent file-based scoreboard.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1970842"/>
            <a:ext cx="3614618" cy="3318034"/>
          </a:xfrm>
          <a:prstGeom prst="roundRect">
            <a:avLst>
              <a:gd name="adj" fmla="val 10822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0233" y="22330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Extend 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40233" y="2728555"/>
            <a:ext cx="309026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Sort the scoreboard by fewest attempts, add difficulty levels (range 1–50 vs 1–500), or display a top-3 leaderboard.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528191"/>
            <a:ext cx="7468553" cy="1793558"/>
          </a:xfrm>
          <a:prstGeom prst="roundRect">
            <a:avLst>
              <a:gd name="adj" fmla="val 20020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6299" y="579036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Takeaway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6299" y="6285905"/>
            <a:ext cx="6944201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File I/O with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fopen/fprintf/fscanf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the foundation of persistence in C — master it and you can store any game data.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Custom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PT Sans</vt:lpstr>
      <vt:lpstr>Arial</vt:lpstr>
      <vt:lpstr>Nunito Light</vt:lpstr>
      <vt:lpstr>Consolas</vt:lpstr>
      <vt:lpstr>Nunito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TEJA SRI SANTOSH GANAPABATHULA</cp:lastModifiedBy>
  <cp:revision>2</cp:revision>
  <dcterms:created xsi:type="dcterms:W3CDTF">2026-05-02T16:38:19Z</dcterms:created>
  <dcterms:modified xsi:type="dcterms:W3CDTF">2026-05-02T16:44:53Z</dcterms:modified>
</cp:coreProperties>
</file>